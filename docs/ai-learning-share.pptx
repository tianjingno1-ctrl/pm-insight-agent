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设定预期，避免听众以为要讲大模型原理。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用大家熟悉的场景开场，建立共鸣。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秒讲清楚产品形态。可插入圆桌 UI 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演示时指三个区域给观众看。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体现 PM 也能分阶段推进。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强调事件协议：换数据源不改 UI。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主动说边界，建立信任。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话术：圆桌看互动，左侧看完整发言，最后看结构化小结。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localhost 只有你自己能开，不要发链接给别人。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分享核心页，每条 30 秒 + 真实例子。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输出是候选方案，决策仍由人负责。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展示真实学习过程更有说服力。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PM Insight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9D5FF"/>
                </a:solidFill>
                <a:latin typeface="微软雅黑"/>
              </a:defRPr>
            </a:pPr>
            <a:r>
              <a:t>我的 AI 学习实践分享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分享人：[填写姓名]  ·  需求评审会  ·  2026</a:t>
            </a:r>
            <a:br/>
            <a:r>
              <a:t>从 0 到 1 搭建「AI 专家圆桌」原型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今天要带走什么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看见一种可能 — AI 可以做成「多角色协作」，不只是聊天框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理解边界 — 哪些是 Demo，哪些是真实工程能力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可复用方法 — mock 先行、分阶段交付、Cursor 辅助开发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产品经理的日常困境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痛点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需求评审前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信息散、难提炼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多方争论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缺结构化讨论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写 PRD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重复劳动多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学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看很多、做很少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项目是什么？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微软雅黑"/>
              </a:defRPr>
            </a:pPr>
            <a:r>
              <a:t>你提一个议题  →  多个 AI 专家角色讨论  →  输出结构化小结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演示界面长什么样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圆桌区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发言记录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决策小结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短气泡显示互动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全部发言汇总流式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倾向 / 分歧 / 下一步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四专家围坐动画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自动滚到底部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三列卡片展示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我是怎么一步步做出来的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CLI 报告 → Streamlit → 圆桌 UI → SSE → DeepSeek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当前：发言记录 + 演示级 UI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关键：mock 先行 → 协议对齐 → 再接真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整条链路怎么跑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用户输入议题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      ↓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前端圆桌 UI（展示 + 发言记录流式）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      ↓  SSE 事件流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后端调用 DeepSeek（失败自动降级）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      ↓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输出：多角色发言 + 结构化小结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当前「是」与「不是」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微软雅黑"/>
              </a:defRPr>
            </a:pPr>
            <a:r>
              <a:t>✅  已经做到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真实 LLM 生成讨论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前后端全链路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API 失败自动降级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可视化圆桌 + 发言记录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微软雅黑"/>
              </a:defRPr>
            </a:pPr>
            <a:r>
              <a:t>❌  还没做到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真正多 Agent 编排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边生成边播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向量 RAG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微软雅黑"/>
              </a:defRPr>
            </a:pPr>
            <a:r>
              <a:t>生产级部署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Live Demo（5 分钟）★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1. 打开 localhost:3000，F11 全屏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2. 输入议题：「需求评审会要不要引入 AI 辅助？」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3. 点击「开始讨论」，等待 10～30 秒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4. 指左侧发言记录 + 圆桌短气泡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5. 指底部本轮决策小结（三列卡片）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线上会：腾讯会议 / 飞书共享屏幕即可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怎么分享给别人看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方式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怎么做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适合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投屏演示 ★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F11 全屏 + 屏幕共享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评审会、分享会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发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ai-learning-share.docx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会后留存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录屏 MP4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Win+G 录完整讨论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异步培训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代码仓库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同事 clone 自己跑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技术同事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我学到的 5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1. 先 mock，再接真 API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2. 协议比模型更重要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3. 「多 Agent」分演示型 vs 工程型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4. 分阶段交付 + Git 锚点 + 交接文档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5. 演示稳定性 &gt; 技术炫技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AI 能怎么帮需求评审？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传统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 辅助后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人工整理意见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AI 出讨论草稿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现场争论发散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AI 预演一轮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PRD 从空白写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从材料生成初稿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结论靠人记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固定格式小结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真实踩坑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议题没传给 LLM → 答非所问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两套环境变量 → DeepSeek 接不上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气泡字太多 → 改短标签 + 发言记录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端口僵尸进程 → 演示前必查服务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团队落地路径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投入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试点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CLI 出讨论草稿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1 人 / 1 周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内测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Streamlit 内网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1～2 人 / 2 周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体验升级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圆桌 UI 演示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持续迭代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生产化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鉴权 + RAG + 飞书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微软雅黑"/>
                        </a:defRPr>
                      </a:pPr>
                      <a:r>
                        <a:t>研发排期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P0：真正多 Agent 编排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P1：边生成边播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P2：会议记录 RAG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P3：飞书 / 钉钉集成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C1D95"/>
                </a:solidFill>
                <a:latin typeface="微软雅黑"/>
              </a:defRPr>
            </a:pPr>
            <a:r>
              <a:t>常见问题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套壳吗？→ 多角色圆桌 + 事件协议，不是单轮问答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安全吗？→ 本地原型，落地走公司模型网关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非技术能改吗？→ 议题/prompt 可以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微软雅黑"/>
              </a:defRPr>
            </a:pPr>
            <a:r>
              <a:t>成本？→ DeepSeek 一次几分钱量级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AI 不会取代产品经理，</a:t>
            </a:r>
            <a:br/>
            <a:r>
              <a:t>但会用 AI 的产品经理会取代不会用的。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9D5FF"/>
                </a:solidFill>
                <a:latin typeface="微软雅黑"/>
              </a:defRPr>
            </a:pPr>
            <a:r>
              <a:t>目标是跑通「需求 → 多视角讨论 → 结构化输出」的 AI 链路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